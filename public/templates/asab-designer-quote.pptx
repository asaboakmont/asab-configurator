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b08aa180f6427b" /><Relationship Type="http://schemas.openxmlformats.org/officeDocument/2006/relationships/extended-properties" Target="/docProps/app.xml" Id="R29ae026f3606433e" /><Relationship Type="http://schemas.openxmlformats.org/officeDocument/2006/relationships/officeDocument" Target="/ppt/presentation.xml" Id="Rfc463809d4e146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7beedffefa4a31"/>
  </p:sldMasterIdLst>
  <p:notesMasterIdLst>
    <p:notesMasterId xmlns:r="http://schemas.openxmlformats.org/officeDocument/2006/relationships" r:id="Rf0ed228097ea456e"/>
  </p:notesMasterIdLst>
  <p:sldIdLst>
    <p:sldId xmlns:r="http://schemas.openxmlformats.org/officeDocument/2006/relationships" id="256" r:id="Re014a437c8bb45ef"/>
    <p:sldId xmlns:r="http://schemas.openxmlformats.org/officeDocument/2006/relationships" id="257" r:id="R226aa1cf825b4b81"/>
    <p:sldId xmlns:r="http://schemas.openxmlformats.org/officeDocument/2006/relationships" id="258" r:id="R42d3635a0d23495b"/>
    <p:sldId xmlns:r="http://schemas.openxmlformats.org/officeDocument/2006/relationships" id="259" r:id="R6ebbc8d244764d92"/>
    <p:sldId xmlns:r="http://schemas.openxmlformats.org/officeDocument/2006/relationships" id="260" r:id="Rb94a45a9d6c94b59"/>
    <p:sldId xmlns:r="http://schemas.openxmlformats.org/officeDocument/2006/relationships" id="261" r:id="R1ede0c7f72e840d2"/>
    <p:sldId xmlns:r="http://schemas.openxmlformats.org/officeDocument/2006/relationships" id="262" r:id="Rb5109b1286dc46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67c3b271614ec2" /><Relationship Type="http://schemas.openxmlformats.org/officeDocument/2006/relationships/slideMaster" Target="/ppt/slideMasters/slideMaster1.xml" Id="R1a7beedffefa4a31" /><Relationship Type="http://schemas.openxmlformats.org/officeDocument/2006/relationships/notesMaster" Target="/ppt/notesMasters/notesMaster1.xml" Id="Rf0ed228097ea456e" /><Relationship Type="http://schemas.openxmlformats.org/officeDocument/2006/relationships/presProps" Target="/ppt/presProps.xml" Id="R1b5eeac153f24521" /><Relationship Type="http://schemas.openxmlformats.org/officeDocument/2006/relationships/tableStyles" Target="/ppt/tableStyles.xml" Id="R32b853efa08c47e5" /><Relationship Type="http://schemas.openxmlformats.org/officeDocument/2006/relationships/slide" Target="/ppt/slides/slide1.xml" Id="Re014a437c8bb45ef" /><Relationship Type="http://schemas.openxmlformats.org/officeDocument/2006/relationships/slide" Target="/ppt/slides/slide2.xml" Id="R226aa1cf825b4b81" /><Relationship Type="http://schemas.openxmlformats.org/officeDocument/2006/relationships/slide" Target="/ppt/slides/slide3.xml" Id="R42d3635a0d23495b" /><Relationship Type="http://schemas.openxmlformats.org/officeDocument/2006/relationships/slide" Target="/ppt/slides/slide4.xml" Id="R6ebbc8d244764d92" /><Relationship Type="http://schemas.openxmlformats.org/officeDocument/2006/relationships/slide" Target="/ppt/slides/slide5.xml" Id="Rb94a45a9d6c94b59" /><Relationship Type="http://schemas.openxmlformats.org/officeDocument/2006/relationships/slide" Target="/ppt/slides/slide6.xml" Id="R1ede0c7f72e840d2" /><Relationship Type="http://schemas.openxmlformats.org/officeDocument/2006/relationships/slide" Target="/ppt/slides/slide7.xml" Id="Rb5109b1286dc46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af89ee09d946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03d2d9095e48ee" /><Relationship Type="http://schemas.openxmlformats.org/officeDocument/2006/relationships/notesMaster" Target="/ppt/notesMasters/notesMaster1.xml" Id="R5fc7ce574fb24f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069a9dfcb54ae4" /><Relationship Type="http://schemas.openxmlformats.org/officeDocument/2006/relationships/notesMaster" Target="/ppt/notesMasters/notesMaster1.xml" Id="Rac0031397e6542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faee2896db4552" /><Relationship Type="http://schemas.openxmlformats.org/officeDocument/2006/relationships/notesMaster" Target="/ppt/notesMasters/notesMaster1.xml" Id="Ra9f10fa433ee45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55493eef3e4c22" /><Relationship Type="http://schemas.openxmlformats.org/officeDocument/2006/relationships/notesMaster" Target="/ppt/notesMasters/notesMaster1.xml" Id="R6a05a45a1f5141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aeda385dad455d" /><Relationship Type="http://schemas.openxmlformats.org/officeDocument/2006/relationships/notesMaster" Target="/ppt/notesMasters/notesMaster1.xml" Id="Rd289ea04b26f4f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d03f8ff3ee4fc0" /><Relationship Type="http://schemas.openxmlformats.org/officeDocument/2006/relationships/notesMaster" Target="/ppt/notesMasters/notesMaster1.xml" Id="Rc646de0e602446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fa5a85ccd54f64" /><Relationship Type="http://schemas.openxmlformats.org/officeDocument/2006/relationships/notesMaster" Target="/ppt/notesMasters/notesMaster1.xml" Id="Rcab1696f8e3c4e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a1557eef04e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37d55241e04ee3" /><Relationship Type="http://schemas.openxmlformats.org/officeDocument/2006/relationships/slideLayout" Target="/ppt/slideLayouts/slideLayout1.xml" Id="R01370fea16544d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370fea16544d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29f67e3854d0a" /><Relationship Type="http://schemas.openxmlformats.org/officeDocument/2006/relationships/image" Target="/ppt/media/image.png" Id="R7c47ed81b63b4997" /><Relationship Type="http://schemas.openxmlformats.org/officeDocument/2006/relationships/notesSlide" Target="/ppt/notesSlides/notesSlide1.xml" Id="R2c1175d9662f42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e6d695cc04b8c" /><Relationship Type="http://schemas.openxmlformats.org/officeDocument/2006/relationships/notesSlide" Target="/ppt/notesSlides/notesSlide2.xml" Id="R44174be5af6a40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845e72fd44009" /><Relationship Type="http://schemas.openxmlformats.org/officeDocument/2006/relationships/notesSlide" Target="/ppt/notesSlides/notesSlide3.xml" Id="R62a059767e8b4f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4a36883304a82" /><Relationship Type="http://schemas.openxmlformats.org/officeDocument/2006/relationships/notesSlide" Target="/ppt/notesSlides/notesSlide4.xml" Id="R0eebe6b55e134f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9efd5e3fe4131" /><Relationship Type="http://schemas.openxmlformats.org/officeDocument/2006/relationships/image" Target="/ppt/media/image2.png" Id="R51ec46bacfab4b47" /><Relationship Type="http://schemas.openxmlformats.org/officeDocument/2006/relationships/notesSlide" Target="/ppt/notesSlides/notesSlide5.xml" Id="R8f782a999ed94d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e79d80e1741f9" /><Relationship Type="http://schemas.openxmlformats.org/officeDocument/2006/relationships/image" Target="/ppt/media/image3.png" Id="Rcc7935a266824df3" /><Relationship Type="http://schemas.openxmlformats.org/officeDocument/2006/relationships/notesSlide" Target="/ppt/notesSlides/notesSlide6.xml" Id="Rfc02b26cf4c74c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800256fe84614" /><Relationship Type="http://schemas.openxmlformats.org/officeDocument/2006/relationships/image" Target="/ppt/media/image4.png" Id="Rdf06da790a524c2a" /><Relationship Type="http://schemas.openxmlformats.org/officeDocument/2006/relationships/notesSlide" Target="/ppt/notesSlides/notesSlide7.xml" Id="R0d804eae01fa4e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SAB_BRAND">
            <a:extLst xmlns:a="http://schemas.openxmlformats.org/drawingml/2006/main">
              <a:ext uri="{FF2B5EF4-FFF2-40B4-BE49-F238E27FC236}">
                <a16:creationId xmlns:a16="http://schemas.microsoft.com/office/drawing/2014/main" id="{B688A737-365A-4D4E-ABBA-276FC3D4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01E"/>
                </a:solidFill>
              </a:defRPr>
            </a:pPr>
            <a:r>
              <a:rPr sz="975" b="1">
                <a:solidFill>
                  <a:srgbClr val="20201E"/>
                </a:solidFill>
              </a:rPr>
              <a:t>ASAB DESIGN</a:t>
            </a:r>
          </a:p>
        </p:txBody>
      </p:sp>
      <p:sp>
        <p:nvSpPr>
          <p:cNvPr id="2" name="ASAB_SECTION">
            <a:extLst xmlns:a="http://schemas.openxmlformats.org/drawingml/2006/main">
              <a:ext uri="{FF2B5EF4-FFF2-40B4-BE49-F238E27FC236}">
                <a16:creationId xmlns:a16="http://schemas.microsoft.com/office/drawing/2014/main" id="{97BA9BCB-6519-4EC0-8135-9196950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A65"/>
                </a:solidFill>
              </a:defRPr>
            </a:pPr>
            <a:r>
              <a:rPr sz="900" b="1">
                <a:solidFill>
                  <a:srgbClr val="6D6A65"/>
                </a:solidFill>
              </a:rPr>
              <a:t>OFERTĂ PERSONALIZATĂ</a:t>
            </a:r>
          </a:p>
        </p:txBody>
      </p:sp>
      <p:sp>
        <p:nvSpPr>
          <p:cNvPr id="3" name="ASAB_PAGE">
            <a:extLst xmlns:a="http://schemas.openxmlformats.org/drawingml/2006/main">
              <a:ext uri="{FF2B5EF4-FFF2-40B4-BE49-F238E27FC236}">
                <a16:creationId xmlns:a16="http://schemas.microsoft.com/office/drawing/2014/main" id="{86B7DC13-43EB-4894-9550-48250A00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6A65"/>
                </a:solidFill>
              </a:defRPr>
            </a:pPr>
            <a:r>
              <a:rPr sz="825" b="0">
                <a:solidFill>
                  <a:srgbClr val="6D6A65"/>
                </a:solidFill>
              </a:rPr>
              <a:t>01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7ed81b63b4997"/>
          <a:srcRect xmlns:a="http://schemas.openxmlformats.org/drawingml/2006/main" l="10990" t="0" r="109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685800"/>
            <a:ext cx="5905500" cy="5676900"/>
          </a:xfrm>
          <a:prstGeom xmlns:a="http://schemas.openxmlformats.org/drawingml/2006/main" prst="rect">
            <a:avLst/>
          </a:prstGeom>
        </p:spPr>
      </p:pic>
      <p:sp>
        <p:nvSpPr>
          <p:cNvPr id="5" name="COVER_KICKER">
            <a:extLst xmlns:a="http://schemas.openxmlformats.org/drawingml/2006/main">
              <a:ext uri="{FF2B5EF4-FFF2-40B4-BE49-F238E27FC236}">
                <a16:creationId xmlns:a16="http://schemas.microsoft.com/office/drawing/2014/main" id="{35BCD1FF-B66E-4F3B-9888-B5B41555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7345"/>
                </a:solidFill>
              </a:defRPr>
            </a:pPr>
            <a:r>
              <a:rPr sz="1050" b="1">
                <a:solidFill>
                  <a:srgbClr val="A87345"/>
                </a:solidFill>
              </a:rPr>
              <a:t>BUCĂTĂRIA TA, CONTURATĂ CLAR</a:t>
            </a:r>
          </a:p>
        </p:txBody>
      </p:sp>
      <p:sp>
        <p:nvSpPr>
          <p:cNvPr id="6" name="COVER_TITLE">
            <a:extLst xmlns:a="http://schemas.openxmlformats.org/drawingml/2006/main">
              <a:ext uri="{FF2B5EF4-FFF2-40B4-BE49-F238E27FC236}">
                <a16:creationId xmlns:a16="http://schemas.microsoft.com/office/drawing/2014/main" id="{22545ADD-B57C-48DD-8380-CEB28AC1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0201E"/>
                </a:solidFill>
              </a:defRPr>
            </a:pPr>
            <a:r>
              <a:rPr sz="3900" b="1">
                <a:solidFill>
                  <a:srgbClr val="20201E"/>
                </a:solidFill>
              </a:rPr>
              <a:t>Ofertă mobilier</a:t>
            </a:r>
          </a:p>
          <a:p xmlns:a="http://schemas.openxmlformats.org/drawingml/2006/main">
            <a:pPr algn="l">
              <a:defRPr sz="3900" b="1">
                <a:solidFill>
                  <a:srgbClr val="20201E"/>
                </a:solidFill>
              </a:defRPr>
            </a:pPr>
            <a:r>
              <a:rPr sz="3900" b="1">
                <a:solidFill>
                  <a:srgbClr val="20201E"/>
                </a:solidFill>
              </a:rPr>
              <a:t>de bucătărie</a:t>
            </a:r>
          </a:p>
        </p:txBody>
      </p:sp>
      <p:sp>
        <p:nvSpPr>
          <p:cNvPr id="7" name="COVER_SUBTITLE">
            <a:extLst xmlns:a="http://schemas.openxmlformats.org/drawingml/2006/main">
              <a:ext uri="{FF2B5EF4-FFF2-40B4-BE49-F238E27FC236}">
                <a16:creationId xmlns:a16="http://schemas.microsoft.com/office/drawing/2014/main" id="{C33804BC-C9E8-4E7D-8849-2545C483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6A65"/>
                </a:solidFill>
              </a:defRPr>
            </a:pPr>
            <a:r>
              <a:rPr sz="1425" b="0">
                <a:solidFill>
                  <a:srgbClr val="6D6A65"/>
                </a:solidFill>
              </a:rPr>
              <a:t>Randări 3D • configurație • prețuri</a:t>
            </a:r>
          </a:p>
        </p:txBody>
      </p:sp>
      <p:sp>
        <p:nvSpPr>
          <p:cNvPr id="8" name="ACCENT_RULE">
            <a:extLst xmlns:a="http://schemas.openxmlformats.org/drawingml/2006/main">
              <a:ext uri="{FF2B5EF4-FFF2-40B4-BE49-F238E27FC236}">
                <a16:creationId xmlns:a16="http://schemas.microsoft.com/office/drawing/2014/main" id="{7125D457-6E2A-4411-841A-E51FA6D4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345"/>
          </a:solidFill>
          <a:ln xmlns:a="http://schemas.openxmlformats.org/drawingml/2006/main" w="0">
            <a:solidFill>
              <a:srgbClr val="A87345"/>
            </a:solidFill>
            <a:prstDash val="solid"/>
          </a:ln>
        </p:spPr>
      </p:sp>
      <p:sp>
        <p:nvSpPr>
          <p:cNvPr id="9" name="CLIENT">
            <a:extLst xmlns:a="http://schemas.openxmlformats.org/drawingml/2006/main">
              <a:ext uri="{FF2B5EF4-FFF2-40B4-BE49-F238E27FC236}">
                <a16:creationId xmlns:a16="http://schemas.microsoft.com/office/drawing/2014/main" id="{623763BB-500E-45F9-9C66-3C8FF54B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1E"/>
                </a:solidFill>
              </a:defRPr>
            </a:pPr>
            <a:r>
              <a:rPr sz="1275" b="0">
                <a:solidFill>
                  <a:srgbClr val="20201E"/>
                </a:solidFill>
              </a:rPr>
              <a:t>Client:</a:t>
            </a:r>
          </a:p>
        </p:txBody>
      </p:sp>
      <p:sp>
        <p:nvSpPr>
          <p:cNvPr id="10" name="DATE">
            <a:extLst xmlns:a="http://schemas.openxmlformats.org/drawingml/2006/main">
              <a:ext uri="{FF2B5EF4-FFF2-40B4-BE49-F238E27FC236}">
                <a16:creationId xmlns:a16="http://schemas.microsoft.com/office/drawing/2014/main" id="{BCBE0662-4FE9-4164-9A45-9F84F86B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1E"/>
                </a:solidFill>
              </a:defRPr>
            </a:pPr>
            <a:r>
              <a:rPr sz="1275" b="0">
                <a:solidFill>
                  <a:srgbClr val="20201E"/>
                </a:solidFill>
              </a:rPr>
              <a:t>Data:</a:t>
            </a:r>
          </a:p>
        </p:txBody>
      </p:sp>
      <p:sp>
        <p:nvSpPr>
          <p:cNvPr id="11" name="CONSULTANT">
            <a:extLst xmlns:a="http://schemas.openxmlformats.org/drawingml/2006/main">
              <a:ext uri="{FF2B5EF4-FFF2-40B4-BE49-F238E27FC236}">
                <a16:creationId xmlns:a16="http://schemas.microsoft.com/office/drawing/2014/main" id="{EA1CB2AC-F3FC-43FB-83ED-16DFC747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1E"/>
                </a:solidFill>
              </a:defRPr>
            </a:pPr>
            <a:r>
              <a:rPr sz="1275" b="0">
                <a:solidFill>
                  <a:srgbClr val="20201E"/>
                </a:solidFill>
              </a:rPr>
              <a:t>Consultant:</a:t>
            </a:r>
          </a:p>
        </p:txBody>
      </p:sp>
    </p:spTree>
    <p:extLst>
      <p:ext uri="{BB962C8B-B14F-4D97-AF65-F5344CB8AC3E}">
        <p14:creationId xmlns:p14="http://schemas.microsoft.com/office/powerpoint/2010/main" val="63124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ASAB_BRAND">
            <a:extLst xmlns:a="http://schemas.openxmlformats.org/drawingml/2006/main">
              <a:ext uri="{FF2B5EF4-FFF2-40B4-BE49-F238E27FC236}">
                <a16:creationId xmlns:a16="http://schemas.microsoft.com/office/drawing/2014/main" id="{5C234BFA-60C9-4B2A-AB07-04BA446F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01E"/>
                </a:solidFill>
              </a:defRPr>
            </a:pPr>
            <a:r>
              <a:rPr sz="975" b="1">
                <a:solidFill>
                  <a:srgbClr val="20201E"/>
                </a:solidFill>
              </a:rPr>
              <a:t>ASAB DESIGN</a:t>
            </a:r>
          </a:p>
        </p:txBody>
      </p:sp>
      <p:sp>
        <p:nvSpPr>
          <p:cNvPr id="2" name="ASAB_SECTION">
            <a:extLst xmlns:a="http://schemas.openxmlformats.org/drawingml/2006/main">
              <a:ext uri="{FF2B5EF4-FFF2-40B4-BE49-F238E27FC236}">
                <a16:creationId xmlns:a16="http://schemas.microsoft.com/office/drawing/2014/main" id="{24ACE700-1D41-4F24-ACDA-68585AB2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A65"/>
                </a:solidFill>
              </a:defRPr>
            </a:pPr>
            <a:r>
              <a:rPr sz="900" b="1">
                <a:solidFill>
                  <a:srgbClr val="6D6A65"/>
                </a:solidFill>
              </a:rPr>
              <a:t>CONFIGURAȚIE</a:t>
            </a:r>
          </a:p>
        </p:txBody>
      </p:sp>
      <p:sp>
        <p:nvSpPr>
          <p:cNvPr id="3" name="ASAB_PAGE">
            <a:extLst xmlns:a="http://schemas.openxmlformats.org/drawingml/2006/main">
              <a:ext uri="{FF2B5EF4-FFF2-40B4-BE49-F238E27FC236}">
                <a16:creationId xmlns:a16="http://schemas.microsoft.com/office/drawing/2014/main" id="{E6796ADB-7429-468B-A72C-BB34ADDF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6A65"/>
                </a:solidFill>
              </a:defRPr>
            </a:pPr>
            <a:r>
              <a:rPr sz="825" b="0">
                <a:solidFill>
                  <a:srgbClr val="6D6A65"/>
                </a:solidFill>
              </a:rPr>
              <a:t>02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0A6C949-2EB3-43DD-80B5-6534D357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7345"/>
                </a:solidFill>
              </a:defRPr>
            </a:pPr>
            <a:r>
              <a:rPr sz="975" b="1">
                <a:solidFill>
                  <a:srgbClr val="A87345"/>
                </a:solidFill>
              </a:rPr>
              <a:t>PROIECT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652E2D-C348-4815-8BE6-6BD6CE98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01E"/>
                </a:solidFill>
              </a:defRPr>
            </a:pPr>
            <a:r>
              <a:rPr sz="3150" b="1">
                <a:solidFill>
                  <a:srgbClr val="20201E"/>
                </a:solidFill>
              </a:rPr>
              <a:t>Corpurile incluse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F4C3BF0-3837-4E1E-BC02-801875C6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6A65"/>
                </a:solidFill>
              </a:defRPr>
            </a:pPr>
            <a:r>
              <a:rPr sz="1350" b="0">
                <a:solidFill>
                  <a:srgbClr val="6D6A65"/>
                </a:solidFill>
              </a:rPr>
              <a:t>Lista se extinde automat pe pagini suplimentare.</a:t>
            </a:r>
          </a:p>
        </p:txBody>
      </p:sp>
      <p:sp>
        <p:nvSpPr>
          <p:cNvPr id="7" name="LIST_PANEL_1">
            <a:extLst xmlns:a="http://schemas.openxmlformats.org/drawingml/2006/main">
              <a:ext uri="{FF2B5EF4-FFF2-40B4-BE49-F238E27FC236}">
                <a16:creationId xmlns:a16="http://schemas.microsoft.com/office/drawing/2014/main" id="{6C4B9E92-CBB9-4F1B-8639-748908A0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5429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LIST_HEADER_1">
            <a:extLst xmlns:a="http://schemas.openxmlformats.org/drawingml/2006/main">
              <a:ext uri="{FF2B5EF4-FFF2-40B4-BE49-F238E27FC236}">
                <a16:creationId xmlns:a16="http://schemas.microsoft.com/office/drawing/2014/main" id="{35E46D90-F034-4DBD-AB7B-213C018E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6A65"/>
                </a:solidFill>
              </a:defRPr>
            </a:pPr>
            <a:r>
              <a:rPr sz="1200" b="1">
                <a:solidFill>
                  <a:srgbClr val="6D6A65"/>
                </a:solidFill>
              </a:rPr>
              <a:t>Nr.   Corp / SKU</a:t>
            </a:r>
          </a:p>
        </p:txBody>
      </p:sp>
      <p:sp>
        <p:nvSpPr>
          <p:cNvPr id="9" name="ROW_RULE_1">
            <a:extLst xmlns:a="http://schemas.openxmlformats.org/drawingml/2006/main">
              <a:ext uri="{FF2B5EF4-FFF2-40B4-BE49-F238E27FC236}">
                <a16:creationId xmlns:a16="http://schemas.microsoft.com/office/drawing/2014/main" id="{DBA57956-D37E-4B02-8CD5-218AE17F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10" name="CABINET_1">
            <a:extLst xmlns:a="http://schemas.openxmlformats.org/drawingml/2006/main">
              <a:ext uri="{FF2B5EF4-FFF2-40B4-BE49-F238E27FC236}">
                <a16:creationId xmlns:a16="http://schemas.microsoft.com/office/drawing/2014/main" id="{1A76D1E6-B12C-4770-8B3A-3ED7442F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11" name="ROW_RULE_2">
            <a:extLst xmlns:a="http://schemas.openxmlformats.org/drawingml/2006/main">
              <a:ext uri="{FF2B5EF4-FFF2-40B4-BE49-F238E27FC236}">
                <a16:creationId xmlns:a16="http://schemas.microsoft.com/office/drawing/2014/main" id="{60F2394D-50C4-46BE-A5EC-EBAF3385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12" name="CABINET_2">
            <a:extLst xmlns:a="http://schemas.openxmlformats.org/drawingml/2006/main">
              <a:ext uri="{FF2B5EF4-FFF2-40B4-BE49-F238E27FC236}">
                <a16:creationId xmlns:a16="http://schemas.microsoft.com/office/drawing/2014/main" id="{B374216B-7975-436C-966F-43C21ACD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13" name="ROW_RULE_3">
            <a:extLst xmlns:a="http://schemas.openxmlformats.org/drawingml/2006/main">
              <a:ext uri="{FF2B5EF4-FFF2-40B4-BE49-F238E27FC236}">
                <a16:creationId xmlns:a16="http://schemas.microsoft.com/office/drawing/2014/main" id="{6B24CB34-D360-40B1-9C11-64806202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14" name="CABINET_3">
            <a:extLst xmlns:a="http://schemas.openxmlformats.org/drawingml/2006/main">
              <a:ext uri="{FF2B5EF4-FFF2-40B4-BE49-F238E27FC236}">
                <a16:creationId xmlns:a16="http://schemas.microsoft.com/office/drawing/2014/main" id="{864AD014-2EAD-419C-97B5-7CF7AD55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15" name="ROW_RULE_4">
            <a:extLst xmlns:a="http://schemas.openxmlformats.org/drawingml/2006/main">
              <a:ext uri="{FF2B5EF4-FFF2-40B4-BE49-F238E27FC236}">
                <a16:creationId xmlns:a16="http://schemas.microsoft.com/office/drawing/2014/main" id="{3065B72F-8595-4654-B894-F1099D82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16" name="CABINET_4">
            <a:extLst xmlns:a="http://schemas.openxmlformats.org/drawingml/2006/main">
              <a:ext uri="{FF2B5EF4-FFF2-40B4-BE49-F238E27FC236}">
                <a16:creationId xmlns:a16="http://schemas.microsoft.com/office/drawing/2014/main" id="{0BD10BD7-5E32-464B-93AB-A4AC63D1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17" name="ROW_RULE_5">
            <a:extLst xmlns:a="http://schemas.openxmlformats.org/drawingml/2006/main">
              <a:ext uri="{FF2B5EF4-FFF2-40B4-BE49-F238E27FC236}">
                <a16:creationId xmlns:a16="http://schemas.microsoft.com/office/drawing/2014/main" id="{C41876A4-4F00-4396-A144-01E7CEA2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18" name="CABINET_5">
            <a:extLst xmlns:a="http://schemas.openxmlformats.org/drawingml/2006/main">
              <a:ext uri="{FF2B5EF4-FFF2-40B4-BE49-F238E27FC236}">
                <a16:creationId xmlns:a16="http://schemas.microsoft.com/office/drawing/2014/main" id="{5F9ADF54-78E7-4983-BF5D-ADA6A571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19" name="ROW_RULE_6">
            <a:extLst xmlns:a="http://schemas.openxmlformats.org/drawingml/2006/main">
              <a:ext uri="{FF2B5EF4-FFF2-40B4-BE49-F238E27FC236}">
                <a16:creationId xmlns:a16="http://schemas.microsoft.com/office/drawing/2014/main" id="{212FD703-AA3E-4714-A3C3-1825A833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20" name="CABINET_6">
            <a:extLst xmlns:a="http://schemas.openxmlformats.org/drawingml/2006/main">
              <a:ext uri="{FF2B5EF4-FFF2-40B4-BE49-F238E27FC236}">
                <a16:creationId xmlns:a16="http://schemas.microsoft.com/office/drawing/2014/main" id="{8E32A0DD-D021-4127-A50B-0802C59E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21" name="LIST_PANEL_2">
            <a:extLst xmlns:a="http://schemas.openxmlformats.org/drawingml/2006/main">
              <a:ext uri="{FF2B5EF4-FFF2-40B4-BE49-F238E27FC236}">
                <a16:creationId xmlns:a16="http://schemas.microsoft.com/office/drawing/2014/main" id="{F975AFC3-0461-499C-938B-92C03546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5429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LIST_HEADER_2">
            <a:extLst xmlns:a="http://schemas.openxmlformats.org/drawingml/2006/main">
              <a:ext uri="{FF2B5EF4-FFF2-40B4-BE49-F238E27FC236}">
                <a16:creationId xmlns:a16="http://schemas.microsoft.com/office/drawing/2014/main" id="{6F4439AC-4F1C-4178-9D45-3A4F01FD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6A65"/>
                </a:solidFill>
              </a:defRPr>
            </a:pPr>
            <a:r>
              <a:rPr sz="1200" b="1">
                <a:solidFill>
                  <a:srgbClr val="6D6A65"/>
                </a:solidFill>
              </a:rPr>
              <a:t>Continuare listă</a:t>
            </a:r>
          </a:p>
        </p:txBody>
      </p:sp>
      <p:sp>
        <p:nvSpPr>
          <p:cNvPr id="23" name="ROW_RULE_7">
            <a:extLst xmlns:a="http://schemas.openxmlformats.org/drawingml/2006/main">
              <a:ext uri="{FF2B5EF4-FFF2-40B4-BE49-F238E27FC236}">
                <a16:creationId xmlns:a16="http://schemas.microsoft.com/office/drawing/2014/main" id="{C0E2B065-99CF-431D-A7DB-15C4B6F0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14675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24" name="CABINET_7">
            <a:extLst xmlns:a="http://schemas.openxmlformats.org/drawingml/2006/main">
              <a:ext uri="{FF2B5EF4-FFF2-40B4-BE49-F238E27FC236}">
                <a16:creationId xmlns:a16="http://schemas.microsoft.com/office/drawing/2014/main" id="{6C8A2404-6617-4317-BB41-48FA2C7F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25" name="ROW_RULE_8">
            <a:extLst xmlns:a="http://schemas.openxmlformats.org/drawingml/2006/main">
              <a:ext uri="{FF2B5EF4-FFF2-40B4-BE49-F238E27FC236}">
                <a16:creationId xmlns:a16="http://schemas.microsoft.com/office/drawing/2014/main" id="{44214EA2-A43C-4092-99E0-ABC69A3A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81400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26" name="CABINET_8">
            <a:extLst xmlns:a="http://schemas.openxmlformats.org/drawingml/2006/main">
              <a:ext uri="{FF2B5EF4-FFF2-40B4-BE49-F238E27FC236}">
                <a16:creationId xmlns:a16="http://schemas.microsoft.com/office/drawing/2014/main" id="{6341D4D8-DDC6-40ED-A1AE-1E9A93D9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48025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27" name="ROW_RULE_9">
            <a:extLst xmlns:a="http://schemas.openxmlformats.org/drawingml/2006/main">
              <a:ext uri="{FF2B5EF4-FFF2-40B4-BE49-F238E27FC236}">
                <a16:creationId xmlns:a16="http://schemas.microsoft.com/office/drawing/2014/main" id="{9CDBFCEA-91B4-4EE2-AE4F-4FC77B84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8125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28" name="CABINET_9">
            <a:extLst xmlns:a="http://schemas.openxmlformats.org/drawingml/2006/main">
              <a:ext uri="{FF2B5EF4-FFF2-40B4-BE49-F238E27FC236}">
                <a16:creationId xmlns:a16="http://schemas.microsoft.com/office/drawing/2014/main" id="{7310EE13-6CB3-4B16-99A7-6D4E06FD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29" name="ROW_RULE_10">
            <a:extLst xmlns:a="http://schemas.openxmlformats.org/drawingml/2006/main">
              <a:ext uri="{FF2B5EF4-FFF2-40B4-BE49-F238E27FC236}">
                <a16:creationId xmlns:a16="http://schemas.microsoft.com/office/drawing/2014/main" id="{3B8C4AE9-AC45-4250-9B99-16C889B3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14850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30" name="CABINET_10">
            <a:extLst xmlns:a="http://schemas.openxmlformats.org/drawingml/2006/main">
              <a:ext uri="{FF2B5EF4-FFF2-40B4-BE49-F238E27FC236}">
                <a16:creationId xmlns:a16="http://schemas.microsoft.com/office/drawing/2014/main" id="{FF82537E-C6A6-43D8-BC2D-43905A04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81475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31" name="ROW_RULE_11">
            <a:extLst xmlns:a="http://schemas.openxmlformats.org/drawingml/2006/main">
              <a:ext uri="{FF2B5EF4-FFF2-40B4-BE49-F238E27FC236}">
                <a16:creationId xmlns:a16="http://schemas.microsoft.com/office/drawing/2014/main" id="{EE6893B5-13D5-485E-9CCD-601621BD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81575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32" name="CABINET_11">
            <a:extLst xmlns:a="http://schemas.openxmlformats.org/drawingml/2006/main">
              <a:ext uri="{FF2B5EF4-FFF2-40B4-BE49-F238E27FC236}">
                <a16:creationId xmlns:a16="http://schemas.microsoft.com/office/drawing/2014/main" id="{8B577AAA-63E0-4007-9831-43DAB021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33" name="ROW_RULE_12">
            <a:extLst xmlns:a="http://schemas.openxmlformats.org/drawingml/2006/main">
              <a:ext uri="{FF2B5EF4-FFF2-40B4-BE49-F238E27FC236}">
                <a16:creationId xmlns:a16="http://schemas.microsoft.com/office/drawing/2014/main" id="{E8A4A81A-478A-4F2E-83C1-042D1015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48300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34" name="CABINET_12">
            <a:extLst xmlns:a="http://schemas.openxmlformats.org/drawingml/2006/main">
              <a:ext uri="{FF2B5EF4-FFF2-40B4-BE49-F238E27FC236}">
                <a16:creationId xmlns:a16="http://schemas.microsoft.com/office/drawing/2014/main" id="{47D735EC-144D-4799-9424-80C3E13E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14925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35" name="PROJECT_ID">
            <a:extLst xmlns:a="http://schemas.openxmlformats.org/drawingml/2006/main">
              <a:ext uri="{FF2B5EF4-FFF2-40B4-BE49-F238E27FC236}">
                <a16:creationId xmlns:a16="http://schemas.microsoft.com/office/drawing/2014/main" id="{287D5CE6-939D-4F2D-9DFA-D7468FA0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Proiect:</a:t>
            </a:r>
          </a:p>
        </p:txBody>
      </p:sp>
      <p:sp>
        <p:nvSpPr>
          <p:cNvPr id="36" name="NOTES">
            <a:extLst xmlns:a="http://schemas.openxmlformats.org/drawingml/2006/main">
              <a:ext uri="{FF2B5EF4-FFF2-40B4-BE49-F238E27FC236}">
                <a16:creationId xmlns:a16="http://schemas.microsoft.com/office/drawing/2014/main" id="{49B8F309-CD06-4F6F-B0B9-6B5969ED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07870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ASAB_BRAND">
            <a:extLst xmlns:a="http://schemas.openxmlformats.org/drawingml/2006/main">
              <a:ext uri="{FF2B5EF4-FFF2-40B4-BE49-F238E27FC236}">
                <a16:creationId xmlns:a16="http://schemas.microsoft.com/office/drawing/2014/main" id="{AAA81EE9-07F0-495B-8D0B-0A5C2667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01E"/>
                </a:solidFill>
              </a:defRPr>
            </a:pPr>
            <a:r>
              <a:rPr sz="975" b="1">
                <a:solidFill>
                  <a:srgbClr val="20201E"/>
                </a:solidFill>
              </a:rPr>
              <a:t>ASAB DESIGN</a:t>
            </a:r>
          </a:p>
        </p:txBody>
      </p:sp>
      <p:sp>
        <p:nvSpPr>
          <p:cNvPr id="2" name="ASAB_SECTION">
            <a:extLst xmlns:a="http://schemas.openxmlformats.org/drawingml/2006/main">
              <a:ext uri="{FF2B5EF4-FFF2-40B4-BE49-F238E27FC236}">
                <a16:creationId xmlns:a16="http://schemas.microsoft.com/office/drawing/2014/main" id="{65AB023C-F692-48A0-B622-03216903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A65"/>
                </a:solidFill>
              </a:defRPr>
            </a:pPr>
            <a:r>
              <a:rPr sz="900" b="1">
                <a:solidFill>
                  <a:srgbClr val="6D6A65"/>
                </a:solidFill>
              </a:rPr>
              <a:t>CONFIGURAȚIE</a:t>
            </a:r>
          </a:p>
        </p:txBody>
      </p:sp>
      <p:sp>
        <p:nvSpPr>
          <p:cNvPr id="3" name="ASAB_PAGE">
            <a:extLst xmlns:a="http://schemas.openxmlformats.org/drawingml/2006/main">
              <a:ext uri="{FF2B5EF4-FFF2-40B4-BE49-F238E27FC236}">
                <a16:creationId xmlns:a16="http://schemas.microsoft.com/office/drawing/2014/main" id="{D278E5BB-2585-44BB-B0ED-B7E637BF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6A65"/>
                </a:solidFill>
              </a:defRPr>
            </a:pPr>
            <a:r>
              <a:rPr sz="825" b="0">
                <a:solidFill>
                  <a:srgbClr val="6D6A65"/>
                </a:solidFill>
              </a:rPr>
              <a:t>03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009A80E-1B9E-40D5-84F6-BEDC7F04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7345"/>
                </a:solidFill>
              </a:defRPr>
            </a:pPr>
            <a:r>
              <a:rPr sz="975" b="1">
                <a:solidFill>
                  <a:srgbClr val="A87345"/>
                </a:solidFill>
              </a:rPr>
              <a:t>CONTINUARE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75554D6-FA51-498D-844E-92DF3C83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01E"/>
                </a:solidFill>
              </a:defRPr>
            </a:pPr>
            <a:r>
              <a:rPr sz="3150" b="1">
                <a:solidFill>
                  <a:srgbClr val="20201E"/>
                </a:solidFill>
              </a:rPr>
              <a:t>Corpurile incluse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F57118D-CD74-44DF-8F37-62830C99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6A65"/>
                </a:solidFill>
              </a:defRPr>
            </a:pPr>
            <a:r>
              <a:rPr sz="1350" b="0">
                <a:solidFill>
                  <a:srgbClr val="6D6A65"/>
                </a:solidFill>
              </a:rPr>
              <a:t>Această pagină este repetată automat când lista depășește șase poziții.</a:t>
            </a:r>
          </a:p>
        </p:txBody>
      </p:sp>
      <p:sp>
        <p:nvSpPr>
          <p:cNvPr id="7" name="LIST_PANEL_1">
            <a:extLst xmlns:a="http://schemas.openxmlformats.org/drawingml/2006/main">
              <a:ext uri="{FF2B5EF4-FFF2-40B4-BE49-F238E27FC236}">
                <a16:creationId xmlns:a16="http://schemas.microsoft.com/office/drawing/2014/main" id="{AA67A2BD-32BF-4DE4-9C82-11E0F7AB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5429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LIST_HEADER_1">
            <a:extLst xmlns:a="http://schemas.openxmlformats.org/drawingml/2006/main">
              <a:ext uri="{FF2B5EF4-FFF2-40B4-BE49-F238E27FC236}">
                <a16:creationId xmlns:a16="http://schemas.microsoft.com/office/drawing/2014/main" id="{64A56318-BD15-4DE6-B9B6-2DE8DD38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6A65"/>
                </a:solidFill>
              </a:defRPr>
            </a:pPr>
            <a:r>
              <a:rPr sz="1200" b="1">
                <a:solidFill>
                  <a:srgbClr val="6D6A65"/>
                </a:solidFill>
              </a:rPr>
              <a:t>Nr.   Corp / SKU</a:t>
            </a:r>
          </a:p>
        </p:txBody>
      </p:sp>
      <p:sp>
        <p:nvSpPr>
          <p:cNvPr id="9" name="ROW_RULE_1">
            <a:extLst xmlns:a="http://schemas.openxmlformats.org/drawingml/2006/main">
              <a:ext uri="{FF2B5EF4-FFF2-40B4-BE49-F238E27FC236}">
                <a16:creationId xmlns:a16="http://schemas.microsoft.com/office/drawing/2014/main" id="{8315E84D-E991-4152-B496-F4255D9F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10" name="CABINET_1">
            <a:extLst xmlns:a="http://schemas.openxmlformats.org/drawingml/2006/main">
              <a:ext uri="{FF2B5EF4-FFF2-40B4-BE49-F238E27FC236}">
                <a16:creationId xmlns:a16="http://schemas.microsoft.com/office/drawing/2014/main" id="{DDD1B9F8-1C23-4D74-91D4-B85C2729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11" name="ROW_RULE_2">
            <a:extLst xmlns:a="http://schemas.openxmlformats.org/drawingml/2006/main">
              <a:ext uri="{FF2B5EF4-FFF2-40B4-BE49-F238E27FC236}">
                <a16:creationId xmlns:a16="http://schemas.microsoft.com/office/drawing/2014/main" id="{9C89B8EC-55B8-4AF9-BCE6-8E4EE9F8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12" name="CABINET_2">
            <a:extLst xmlns:a="http://schemas.openxmlformats.org/drawingml/2006/main">
              <a:ext uri="{FF2B5EF4-FFF2-40B4-BE49-F238E27FC236}">
                <a16:creationId xmlns:a16="http://schemas.microsoft.com/office/drawing/2014/main" id="{68570665-031D-4BB5-AF68-3CBE1582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13" name="ROW_RULE_3">
            <a:extLst xmlns:a="http://schemas.openxmlformats.org/drawingml/2006/main">
              <a:ext uri="{FF2B5EF4-FFF2-40B4-BE49-F238E27FC236}">
                <a16:creationId xmlns:a16="http://schemas.microsoft.com/office/drawing/2014/main" id="{19CFF7A2-7324-4819-BA69-3B904854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14" name="CABINET_3">
            <a:extLst xmlns:a="http://schemas.openxmlformats.org/drawingml/2006/main">
              <a:ext uri="{FF2B5EF4-FFF2-40B4-BE49-F238E27FC236}">
                <a16:creationId xmlns:a16="http://schemas.microsoft.com/office/drawing/2014/main" id="{C875060C-D9C3-40D4-B22A-E941E44D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15" name="ROW_RULE_4">
            <a:extLst xmlns:a="http://schemas.openxmlformats.org/drawingml/2006/main">
              <a:ext uri="{FF2B5EF4-FFF2-40B4-BE49-F238E27FC236}">
                <a16:creationId xmlns:a16="http://schemas.microsoft.com/office/drawing/2014/main" id="{C49E118C-BCF8-467B-A2F3-EAC6C29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16" name="CABINET_4">
            <a:extLst xmlns:a="http://schemas.openxmlformats.org/drawingml/2006/main">
              <a:ext uri="{FF2B5EF4-FFF2-40B4-BE49-F238E27FC236}">
                <a16:creationId xmlns:a16="http://schemas.microsoft.com/office/drawing/2014/main" id="{F59DAA5A-E852-4145-A8F2-60DC6290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17" name="ROW_RULE_5">
            <a:extLst xmlns:a="http://schemas.openxmlformats.org/drawingml/2006/main">
              <a:ext uri="{FF2B5EF4-FFF2-40B4-BE49-F238E27FC236}">
                <a16:creationId xmlns:a16="http://schemas.microsoft.com/office/drawing/2014/main" id="{B25C5315-CC47-4E7C-8566-9FC5896B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18" name="CABINET_5">
            <a:extLst xmlns:a="http://schemas.openxmlformats.org/drawingml/2006/main">
              <a:ext uri="{FF2B5EF4-FFF2-40B4-BE49-F238E27FC236}">
                <a16:creationId xmlns:a16="http://schemas.microsoft.com/office/drawing/2014/main" id="{4F60743E-97A4-4E21-8B0F-BEF5D5AB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19" name="ROW_RULE_6">
            <a:extLst xmlns:a="http://schemas.openxmlformats.org/drawingml/2006/main">
              <a:ext uri="{FF2B5EF4-FFF2-40B4-BE49-F238E27FC236}">
                <a16:creationId xmlns:a16="http://schemas.microsoft.com/office/drawing/2014/main" id="{A3F2C7AE-13A3-4F85-A4E5-051B9E5E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20" name="CABINET_6">
            <a:extLst xmlns:a="http://schemas.openxmlformats.org/drawingml/2006/main">
              <a:ext uri="{FF2B5EF4-FFF2-40B4-BE49-F238E27FC236}">
                <a16:creationId xmlns:a16="http://schemas.microsoft.com/office/drawing/2014/main" id="{DA59368F-0E69-40D0-B135-6087B693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21" name="LIST_PANEL_2">
            <a:extLst xmlns:a="http://schemas.openxmlformats.org/drawingml/2006/main">
              <a:ext uri="{FF2B5EF4-FFF2-40B4-BE49-F238E27FC236}">
                <a16:creationId xmlns:a16="http://schemas.microsoft.com/office/drawing/2014/main" id="{0522858F-0D71-433F-B62C-84583433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5429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LIST_HEADER_2">
            <a:extLst xmlns:a="http://schemas.openxmlformats.org/drawingml/2006/main">
              <a:ext uri="{FF2B5EF4-FFF2-40B4-BE49-F238E27FC236}">
                <a16:creationId xmlns:a16="http://schemas.microsoft.com/office/drawing/2014/main" id="{465A118B-B6EF-4A9C-B9A4-10D5DE89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6A65"/>
                </a:solidFill>
              </a:defRPr>
            </a:pPr>
            <a:r>
              <a:rPr sz="1200" b="1">
                <a:solidFill>
                  <a:srgbClr val="6D6A65"/>
                </a:solidFill>
              </a:rPr>
              <a:t>Continuare listă</a:t>
            </a:r>
          </a:p>
        </p:txBody>
      </p:sp>
      <p:sp>
        <p:nvSpPr>
          <p:cNvPr id="23" name="ROW_RULE_7">
            <a:extLst xmlns:a="http://schemas.openxmlformats.org/drawingml/2006/main">
              <a:ext uri="{FF2B5EF4-FFF2-40B4-BE49-F238E27FC236}">
                <a16:creationId xmlns:a16="http://schemas.microsoft.com/office/drawing/2014/main" id="{80F9494F-F278-4C21-89CA-839DF98D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14675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24" name="CABINET_7">
            <a:extLst xmlns:a="http://schemas.openxmlformats.org/drawingml/2006/main">
              <a:ext uri="{FF2B5EF4-FFF2-40B4-BE49-F238E27FC236}">
                <a16:creationId xmlns:a16="http://schemas.microsoft.com/office/drawing/2014/main" id="{05099C02-EBAB-48E2-B6D3-7D7AF76B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25" name="ROW_RULE_8">
            <a:extLst xmlns:a="http://schemas.openxmlformats.org/drawingml/2006/main">
              <a:ext uri="{FF2B5EF4-FFF2-40B4-BE49-F238E27FC236}">
                <a16:creationId xmlns:a16="http://schemas.microsoft.com/office/drawing/2014/main" id="{0AB3FC16-32D0-42AC-B15C-581A4327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81400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26" name="CABINET_8">
            <a:extLst xmlns:a="http://schemas.openxmlformats.org/drawingml/2006/main">
              <a:ext uri="{FF2B5EF4-FFF2-40B4-BE49-F238E27FC236}">
                <a16:creationId xmlns:a16="http://schemas.microsoft.com/office/drawing/2014/main" id="{687E1E2E-FCEB-4FB3-9E77-943C7EAE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48025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27" name="ROW_RULE_9">
            <a:extLst xmlns:a="http://schemas.openxmlformats.org/drawingml/2006/main">
              <a:ext uri="{FF2B5EF4-FFF2-40B4-BE49-F238E27FC236}">
                <a16:creationId xmlns:a16="http://schemas.microsoft.com/office/drawing/2014/main" id="{42A137CE-5920-48BF-AE3E-602DFC94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8125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28" name="CABINET_9">
            <a:extLst xmlns:a="http://schemas.openxmlformats.org/drawingml/2006/main">
              <a:ext uri="{FF2B5EF4-FFF2-40B4-BE49-F238E27FC236}">
                <a16:creationId xmlns:a16="http://schemas.microsoft.com/office/drawing/2014/main" id="{EC6E71DD-01BF-49F0-9E30-2CFEB3EF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29" name="ROW_RULE_10">
            <a:extLst xmlns:a="http://schemas.openxmlformats.org/drawingml/2006/main">
              <a:ext uri="{FF2B5EF4-FFF2-40B4-BE49-F238E27FC236}">
                <a16:creationId xmlns:a16="http://schemas.microsoft.com/office/drawing/2014/main" id="{530D80AD-51DF-4A96-A4FA-B3974EDB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14850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30" name="CABINET_10">
            <a:extLst xmlns:a="http://schemas.openxmlformats.org/drawingml/2006/main">
              <a:ext uri="{FF2B5EF4-FFF2-40B4-BE49-F238E27FC236}">
                <a16:creationId xmlns:a16="http://schemas.microsoft.com/office/drawing/2014/main" id="{9A5CD7D5-AD39-4248-9025-9AE1D5EE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81475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31" name="ROW_RULE_11">
            <a:extLst xmlns:a="http://schemas.openxmlformats.org/drawingml/2006/main">
              <a:ext uri="{FF2B5EF4-FFF2-40B4-BE49-F238E27FC236}">
                <a16:creationId xmlns:a16="http://schemas.microsoft.com/office/drawing/2014/main" id="{0239BE8F-9498-418F-891D-C929ABAF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81575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32" name="CABINET_11">
            <a:extLst xmlns:a="http://schemas.openxmlformats.org/drawingml/2006/main">
              <a:ext uri="{FF2B5EF4-FFF2-40B4-BE49-F238E27FC236}">
                <a16:creationId xmlns:a16="http://schemas.microsoft.com/office/drawing/2014/main" id="{5D8B2E08-D27C-4A0B-B055-509B9906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33" name="ROW_RULE_12">
            <a:extLst xmlns:a="http://schemas.openxmlformats.org/drawingml/2006/main">
              <a:ext uri="{FF2B5EF4-FFF2-40B4-BE49-F238E27FC236}">
                <a16:creationId xmlns:a16="http://schemas.microsoft.com/office/drawing/2014/main" id="{ED03DB09-2977-4420-A24A-A83C2E94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48300"/>
            <a:ext cx="48958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6CC"/>
            </a:solidFill>
            <a:prstDash val="solid"/>
          </a:ln>
        </p:spPr>
      </p:sp>
      <p:sp>
        <p:nvSpPr>
          <p:cNvPr id="34" name="CABINET_12">
            <a:extLst xmlns:a="http://schemas.openxmlformats.org/drawingml/2006/main">
              <a:ext uri="{FF2B5EF4-FFF2-40B4-BE49-F238E27FC236}">
                <a16:creationId xmlns:a16="http://schemas.microsoft.com/office/drawing/2014/main" id="{B051198D-D04A-48B4-90AD-8FDB87D6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14925"/>
            <a:ext cx="489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Poziție cabinet</a:t>
            </a:r>
          </a:p>
        </p:txBody>
      </p:sp>
      <p:sp>
        <p:nvSpPr>
          <p:cNvPr id="35" name="PROJECT_ID">
            <a:extLst xmlns:a="http://schemas.openxmlformats.org/drawingml/2006/main">
              <a:ext uri="{FF2B5EF4-FFF2-40B4-BE49-F238E27FC236}">
                <a16:creationId xmlns:a16="http://schemas.microsoft.com/office/drawing/2014/main" id="{E48727DE-7E73-43FF-9AED-D744B21D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D6A65"/>
                </a:solidFill>
              </a:defRPr>
            </a:pPr>
            <a:r>
              <a:rPr sz="1125" b="0">
                <a:solidFill>
                  <a:srgbClr val="6D6A65"/>
                </a:solidFill>
              </a:rPr>
              <a:t>Proiect:</a:t>
            </a:r>
          </a:p>
        </p:txBody>
      </p:sp>
      <p:sp>
        <p:nvSpPr>
          <p:cNvPr id="36" name="NOTES">
            <a:extLst xmlns:a="http://schemas.openxmlformats.org/drawingml/2006/main">
              <a:ext uri="{FF2B5EF4-FFF2-40B4-BE49-F238E27FC236}">
                <a16:creationId xmlns:a16="http://schemas.microsoft.com/office/drawing/2014/main" id="{84A53FA8-1BA0-425A-92B9-0CCF8F65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06430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ASAB_BRAND">
            <a:extLst xmlns:a="http://schemas.openxmlformats.org/drawingml/2006/main">
              <a:ext uri="{FF2B5EF4-FFF2-40B4-BE49-F238E27FC236}">
                <a16:creationId xmlns:a16="http://schemas.microsoft.com/office/drawing/2014/main" id="{AF1B8063-B4A5-48B9-9C1C-3A250D20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01E"/>
                </a:solidFill>
              </a:defRPr>
            </a:pPr>
            <a:r>
              <a:rPr sz="975" b="1">
                <a:solidFill>
                  <a:srgbClr val="20201E"/>
                </a:solidFill>
              </a:rPr>
              <a:t>ASAB DESIGN</a:t>
            </a:r>
          </a:p>
        </p:txBody>
      </p:sp>
      <p:sp>
        <p:nvSpPr>
          <p:cNvPr id="2" name="ASAB_SECTION">
            <a:extLst xmlns:a="http://schemas.openxmlformats.org/drawingml/2006/main">
              <a:ext uri="{FF2B5EF4-FFF2-40B4-BE49-F238E27FC236}">
                <a16:creationId xmlns:a16="http://schemas.microsoft.com/office/drawing/2014/main" id="{E8150BF0-57FF-4036-9A39-E983F7F5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A65"/>
                </a:solidFill>
              </a:defRPr>
            </a:pPr>
            <a:r>
              <a:rPr sz="900" b="1">
                <a:solidFill>
                  <a:srgbClr val="6D6A65"/>
                </a:solidFill>
              </a:rPr>
              <a:t>OFERTARE</a:t>
            </a:r>
          </a:p>
        </p:txBody>
      </p:sp>
      <p:sp>
        <p:nvSpPr>
          <p:cNvPr id="3" name="ASAB_PAGE">
            <a:extLst xmlns:a="http://schemas.openxmlformats.org/drawingml/2006/main">
              <a:ext uri="{FF2B5EF4-FFF2-40B4-BE49-F238E27FC236}">
                <a16:creationId xmlns:a16="http://schemas.microsoft.com/office/drawing/2014/main" id="{E44ADCDF-B242-46DE-A2BB-51DD0569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6A65"/>
                </a:solidFill>
              </a:defRPr>
            </a:pPr>
            <a:r>
              <a:rPr sz="825" b="0">
                <a:solidFill>
                  <a:srgbClr val="6D6A65"/>
                </a:solidFill>
              </a:rPr>
              <a:t>04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D18B3EA-E515-47BC-A81D-D2556F79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7345"/>
                </a:solidFill>
              </a:defRPr>
            </a:pPr>
            <a:r>
              <a:rPr sz="975" b="1">
                <a:solidFill>
                  <a:srgbClr val="A87345"/>
                </a:solidFill>
              </a:rPr>
              <a:t>INVESTIȚIE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12C4DE5-3A65-43BD-B9DA-ED85EB33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01E"/>
                </a:solidFill>
              </a:defRPr>
            </a:pPr>
            <a:r>
              <a:rPr sz="3150" b="1">
                <a:solidFill>
                  <a:srgbClr val="20201E"/>
                </a:solidFill>
              </a:rPr>
              <a:t>Prețul proiectului, într-o singură privire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61E2FC5-574B-40A1-9056-9B65BD03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6A65"/>
                </a:solidFill>
              </a:defRPr>
            </a:pPr>
            <a:r>
              <a:rPr sz="1350" b="0">
                <a:solidFill>
                  <a:srgbClr val="6D6A65"/>
                </a:solidFill>
              </a:rPr>
              <a:t>Rezumatul clar al configurației și al valorii totale.</a:t>
            </a:r>
          </a:p>
        </p:txBody>
      </p:sp>
      <p:sp>
        <p:nvSpPr>
          <p:cNvPr id="7" name="TERMS_PANEL">
            <a:extLst xmlns:a="http://schemas.openxmlformats.org/drawingml/2006/main">
              <a:ext uri="{FF2B5EF4-FFF2-40B4-BE49-F238E27FC236}">
                <a16:creationId xmlns:a16="http://schemas.microsoft.com/office/drawing/2014/main" id="{AB5241B3-D441-4218-8459-D9FDC97C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72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TERMS_TITLE">
            <a:extLst xmlns:a="http://schemas.openxmlformats.org/drawingml/2006/main">
              <a:ext uri="{FF2B5EF4-FFF2-40B4-BE49-F238E27FC236}">
                <a16:creationId xmlns:a16="http://schemas.microsoft.com/office/drawing/2014/main" id="{6757C91E-134A-407E-A9AA-72620837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01E"/>
                </a:solidFill>
              </a:defRPr>
            </a:pPr>
            <a:r>
              <a:rPr sz="1500" b="1">
                <a:solidFill>
                  <a:srgbClr val="20201E"/>
                </a:solidFill>
              </a:rPr>
              <a:t>Detalii comerciale</a:t>
            </a:r>
          </a:p>
        </p:txBody>
      </p:sp>
      <p:sp>
        <p:nvSpPr>
          <p:cNvPr id="9" name="DELIVERY_LABEL">
            <a:extLst xmlns:a="http://schemas.openxmlformats.org/drawingml/2006/main">
              <a:ext uri="{FF2B5EF4-FFF2-40B4-BE49-F238E27FC236}">
                <a16:creationId xmlns:a16="http://schemas.microsoft.com/office/drawing/2014/main" id="{48A2B5B6-F8C8-4D06-A08C-A833ED61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6A65"/>
                </a:solidFill>
              </a:defRPr>
            </a:pPr>
            <a:r>
              <a:rPr sz="1125" b="1">
                <a:solidFill>
                  <a:srgbClr val="6D6A65"/>
                </a:solidFill>
              </a:rPr>
              <a:t>Livrare</a:t>
            </a:r>
          </a:p>
        </p:txBody>
      </p:sp>
      <p:sp>
        <p:nvSpPr>
          <p:cNvPr id="10" name="DELIVERY">
            <a:extLst xmlns:a="http://schemas.openxmlformats.org/drawingml/2006/main">
              <a:ext uri="{FF2B5EF4-FFF2-40B4-BE49-F238E27FC236}">
                <a16:creationId xmlns:a16="http://schemas.microsoft.com/office/drawing/2014/main" id="{2D1597B4-EDB0-4904-82B9-54F42D1C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1E"/>
                </a:solidFill>
              </a:defRPr>
            </a:pPr>
            <a:r>
              <a:rPr sz="1275" b="0">
                <a:solidFill>
                  <a:srgbClr val="20201E"/>
                </a:solidFill>
              </a:rPr>
              <a:t>De completat</a:t>
            </a:r>
          </a:p>
        </p:txBody>
      </p:sp>
      <p:sp>
        <p:nvSpPr>
          <p:cNvPr id="11" name="LEAD_TIME_LABEL">
            <a:extLst xmlns:a="http://schemas.openxmlformats.org/drawingml/2006/main">
              <a:ext uri="{FF2B5EF4-FFF2-40B4-BE49-F238E27FC236}">
                <a16:creationId xmlns:a16="http://schemas.microsoft.com/office/drawing/2014/main" id="{E9DAAD9A-7393-4D24-B97C-EB73B1C9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6A65"/>
                </a:solidFill>
              </a:defRPr>
            </a:pPr>
            <a:r>
              <a:rPr sz="1125" b="1">
                <a:solidFill>
                  <a:srgbClr val="6D6A65"/>
                </a:solidFill>
              </a:rPr>
              <a:t>Termen estimat</a:t>
            </a:r>
          </a:p>
        </p:txBody>
      </p:sp>
      <p:sp>
        <p:nvSpPr>
          <p:cNvPr id="12" name="LEAD_TIME">
            <a:extLst xmlns:a="http://schemas.openxmlformats.org/drawingml/2006/main">
              <a:ext uri="{FF2B5EF4-FFF2-40B4-BE49-F238E27FC236}">
                <a16:creationId xmlns:a16="http://schemas.microsoft.com/office/drawing/2014/main" id="{59C1F2CF-A09F-482B-A6A3-18BE1962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71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1E"/>
                </a:solidFill>
              </a:defRPr>
            </a:pPr>
            <a:r>
              <a:rPr sz="1275" b="0">
                <a:solidFill>
                  <a:srgbClr val="20201E"/>
                </a:solidFill>
              </a:rPr>
              <a:t>De completat</a:t>
            </a:r>
          </a:p>
        </p:txBody>
      </p:sp>
      <p:sp>
        <p:nvSpPr>
          <p:cNvPr id="13" name="ADVANCE_LABEL">
            <a:extLst xmlns:a="http://schemas.openxmlformats.org/drawingml/2006/main">
              <a:ext uri="{FF2B5EF4-FFF2-40B4-BE49-F238E27FC236}">
                <a16:creationId xmlns:a16="http://schemas.microsoft.com/office/drawing/2014/main" id="{11271240-032C-4397-BEA5-B1987FCA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6A65"/>
                </a:solidFill>
              </a:defRPr>
            </a:pPr>
            <a:r>
              <a:rPr sz="1125" b="1">
                <a:solidFill>
                  <a:srgbClr val="6D6A65"/>
                </a:solidFill>
              </a:rPr>
              <a:t>Avans</a:t>
            </a:r>
          </a:p>
        </p:txBody>
      </p:sp>
      <p:sp>
        <p:nvSpPr>
          <p:cNvPr id="14" name="ADVANCE">
            <a:extLst xmlns:a="http://schemas.openxmlformats.org/drawingml/2006/main">
              <a:ext uri="{FF2B5EF4-FFF2-40B4-BE49-F238E27FC236}">
                <a16:creationId xmlns:a16="http://schemas.microsoft.com/office/drawing/2014/main" id="{C65B84ED-469E-409D-A3BE-3F9C4574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4810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1E"/>
                </a:solidFill>
              </a:defRPr>
            </a:pPr>
            <a:r>
              <a:rPr sz="1275" b="0">
                <a:solidFill>
                  <a:srgbClr val="20201E"/>
                </a:solidFill>
              </a:rPr>
              <a:t>De completat</a:t>
            </a:r>
          </a:p>
        </p:txBody>
      </p:sp>
      <p:sp>
        <p:nvSpPr>
          <p:cNvPr id="15" name="WORKTOP_LINE">
            <a:extLst xmlns:a="http://schemas.openxmlformats.org/drawingml/2006/main">
              <a:ext uri="{FF2B5EF4-FFF2-40B4-BE49-F238E27FC236}">
                <a16:creationId xmlns:a16="http://schemas.microsoft.com/office/drawing/2014/main" id="{2B0854D2-15AE-43FB-9322-79F1B537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A65"/>
                </a:solidFill>
              </a:defRPr>
            </a:pPr>
            <a:r>
              <a:rPr sz="1200" b="0">
                <a:solidFill>
                  <a:srgbClr val="6D6A65"/>
                </a:solidFill>
              </a:rPr>
              <a:t>Blat: 0 RON</a:t>
            </a:r>
          </a:p>
        </p:txBody>
      </p:sp>
      <p:sp>
        <p:nvSpPr>
          <p:cNvPr id="16" name="TOTAL_PANEL">
            <a:extLst xmlns:a="http://schemas.openxmlformats.org/drawingml/2006/main">
              <a:ext uri="{FF2B5EF4-FFF2-40B4-BE49-F238E27FC236}">
                <a16:creationId xmlns:a16="http://schemas.microsoft.com/office/drawing/2014/main" id="{1DC6C8C8-C0B5-4D60-8A20-0E50B096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4191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0201E"/>
          </a:solidFill>
          <a:ln xmlns:a="http://schemas.openxmlformats.org/drawingml/2006/main" w="9525">
            <a:solidFill>
              <a:srgbClr val="20201E"/>
            </a:solidFill>
            <a:prstDash val="solid"/>
          </a:ln>
        </p:spPr>
      </p:sp>
      <p:sp>
        <p:nvSpPr>
          <p:cNvPr id="17" name="TOTAL_LABEL">
            <a:extLst xmlns:a="http://schemas.openxmlformats.org/drawingml/2006/main">
              <a:ext uri="{FF2B5EF4-FFF2-40B4-BE49-F238E27FC236}">
                <a16:creationId xmlns:a16="http://schemas.microsoft.com/office/drawing/2014/main" id="{22598312-4FB2-49A7-9A78-222FC240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5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C6B3"/>
                </a:solidFill>
              </a:defRPr>
            </a:pPr>
            <a:r>
              <a:rPr sz="1125" b="1">
                <a:solidFill>
                  <a:srgbClr val="D9C6B3"/>
                </a:solidFill>
              </a:rPr>
              <a:t>TOTAL OFERTĂ</a:t>
            </a:r>
          </a:p>
        </p:txBody>
      </p:sp>
      <p:sp>
        <p:nvSpPr>
          <p:cNvPr id="18" name="GRAND_TOTAL">
            <a:extLst xmlns:a="http://schemas.openxmlformats.org/drawingml/2006/main">
              <a:ext uri="{FF2B5EF4-FFF2-40B4-BE49-F238E27FC236}">
                <a16:creationId xmlns:a16="http://schemas.microsoft.com/office/drawing/2014/main" id="{7569F99B-1EEF-4C98-BB47-953B92AB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0 RON</a:t>
            </a:r>
          </a:p>
        </p:txBody>
      </p:sp>
      <p:sp>
        <p:nvSpPr>
          <p:cNvPr id="19" name="TOTAL_NOTE">
            <a:extLst xmlns:a="http://schemas.openxmlformats.org/drawingml/2006/main">
              <a:ext uri="{FF2B5EF4-FFF2-40B4-BE49-F238E27FC236}">
                <a16:creationId xmlns:a16="http://schemas.microsoft.com/office/drawing/2014/main" id="{03F89FED-548F-4BE1-92BB-5181D00D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EC9C2"/>
                </a:solidFill>
              </a:defRPr>
            </a:pPr>
            <a:r>
              <a:rPr sz="1125" b="0">
                <a:solidFill>
                  <a:srgbClr val="CEC9C2"/>
                </a:solidFill>
              </a:rPr>
              <a:t>TVA și condițiile finale se confirmă înainte de comandă.</a:t>
            </a:r>
          </a:p>
        </p:txBody>
      </p:sp>
      <p:sp>
        <p:nvSpPr>
          <p:cNvPr id="20" name="RENDER_FRAME_FRONT">
            <a:extLst xmlns:a="http://schemas.openxmlformats.org/drawingml/2006/main">
              <a:ext uri="{FF2B5EF4-FFF2-40B4-BE49-F238E27FC236}">
                <a16:creationId xmlns:a16="http://schemas.microsoft.com/office/drawing/2014/main" id="{8655E20A-3F7A-432E-B594-CE9F6550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34480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ED9D0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21" name="RENDER_FRAME_FRONT_LABEL">
            <a:extLst xmlns:a="http://schemas.openxmlformats.org/drawingml/2006/main">
              <a:ext uri="{FF2B5EF4-FFF2-40B4-BE49-F238E27FC236}">
                <a16:creationId xmlns:a16="http://schemas.microsoft.com/office/drawing/2014/main" id="{A4800C64-E5D7-422A-A6E1-F8793530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A65"/>
                </a:solidFill>
              </a:defRPr>
            </a:pPr>
            <a:r>
              <a:rPr sz="975" b="1">
                <a:solidFill>
                  <a:srgbClr val="6D6A65"/>
                </a:solidFill>
              </a:rPr>
              <a:t>Față</a:t>
            </a:r>
          </a:p>
        </p:txBody>
      </p:sp>
      <p:sp>
        <p:nvSpPr>
          <p:cNvPr id="22" name="RENDER_FRAME_LEFT">
            <a:extLst xmlns:a="http://schemas.openxmlformats.org/drawingml/2006/main">
              <a:ext uri="{FF2B5EF4-FFF2-40B4-BE49-F238E27FC236}">
                <a16:creationId xmlns:a16="http://schemas.microsoft.com/office/drawing/2014/main" id="{1AC5B2DE-1705-49F4-A5B3-2CFB6E7E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95850"/>
            <a:ext cx="34480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ED9D0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23" name="RENDER_FRAME_LEFT_LABEL">
            <a:extLst xmlns:a="http://schemas.openxmlformats.org/drawingml/2006/main">
              <a:ext uri="{FF2B5EF4-FFF2-40B4-BE49-F238E27FC236}">
                <a16:creationId xmlns:a16="http://schemas.microsoft.com/office/drawing/2014/main" id="{E9C9A2A1-7613-4AE3-80B6-452D8DC1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0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A65"/>
                </a:solidFill>
              </a:defRPr>
            </a:pPr>
            <a:r>
              <a:rPr sz="975" b="1">
                <a:solidFill>
                  <a:srgbClr val="6D6A65"/>
                </a:solidFill>
              </a:rPr>
              <a:t>Stânga</a:t>
            </a:r>
          </a:p>
        </p:txBody>
      </p:sp>
      <p:sp>
        <p:nvSpPr>
          <p:cNvPr id="24" name="RENDER_FRAME_RIGHT">
            <a:extLst xmlns:a="http://schemas.openxmlformats.org/drawingml/2006/main">
              <a:ext uri="{FF2B5EF4-FFF2-40B4-BE49-F238E27FC236}">
                <a16:creationId xmlns:a16="http://schemas.microsoft.com/office/drawing/2014/main" id="{1F5DCCB7-4599-4657-8B27-27ADEF8A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95850"/>
            <a:ext cx="34480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ED9D0"/>
          </a:solidFill>
          <a:ln xmlns:a="http://schemas.openxmlformats.org/drawingml/2006/main" w="9525">
            <a:solidFill>
              <a:srgbClr val="DED9D0"/>
            </a:solidFill>
            <a:prstDash val="solid"/>
          </a:ln>
        </p:spPr>
      </p:sp>
      <p:sp>
        <p:nvSpPr>
          <p:cNvPr id="25" name="RENDER_FRAME_RIGHT_LABEL">
            <a:extLst xmlns:a="http://schemas.openxmlformats.org/drawingml/2006/main">
              <a:ext uri="{FF2B5EF4-FFF2-40B4-BE49-F238E27FC236}">
                <a16:creationId xmlns:a16="http://schemas.microsoft.com/office/drawing/2014/main" id="{9EF23CB1-9C74-4065-B389-A2F91D4F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90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A65"/>
                </a:solidFill>
              </a:defRPr>
            </a:pPr>
            <a:r>
              <a:rPr sz="975" b="1">
                <a:solidFill>
                  <a:srgbClr val="6D6A65"/>
                </a:solidFill>
              </a:rPr>
              <a:t>Dreapta</a:t>
            </a:r>
          </a:p>
        </p:txBody>
      </p:sp>
    </p:spTree>
    <p:extLst>
      <p:ext uri="{BB962C8B-B14F-4D97-AF65-F5344CB8AC3E}">
        <p14:creationId xmlns:p14="http://schemas.microsoft.com/office/powerpoint/2010/main" val="678302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NDER_TITLE">
            <a:extLst xmlns:a="http://schemas.openxmlformats.org/drawingml/2006/main">
              <a:ext uri="{FF2B5EF4-FFF2-40B4-BE49-F238E27FC236}">
                <a16:creationId xmlns:a16="http://schemas.microsoft.com/office/drawing/2014/main" id="{4FA9A192-937E-4101-9123-F908D7AB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01E"/>
                </a:solidFill>
              </a:defRPr>
            </a:pPr>
            <a:r>
              <a:rPr sz="1800" b="1">
                <a:solidFill>
                  <a:srgbClr val="20201E"/>
                </a:solidFill>
              </a:rPr>
              <a:t>VEDERE FRONTALĂ</a:t>
            </a:r>
          </a:p>
        </p:txBody>
      </p:sp>
      <p:sp>
        <p:nvSpPr>
          <p:cNvPr id="2" name="ASAB_PAGE">
            <a:extLst xmlns:a="http://schemas.openxmlformats.org/drawingml/2006/main">
              <a:ext uri="{FF2B5EF4-FFF2-40B4-BE49-F238E27FC236}">
                <a16:creationId xmlns:a16="http://schemas.microsoft.com/office/drawing/2014/main" id="{FEE46B31-DD5F-46F6-B2D7-1E295E9C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6A65"/>
                </a:solidFill>
              </a:defRPr>
            </a:pPr>
            <a:r>
              <a:rPr sz="825" b="0">
                <a:solidFill>
                  <a:srgbClr val="6D6A65"/>
                </a:solidFill>
              </a:rPr>
              <a:t>05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c46bacfab4b47"/>
          <a:stretch xmlns:a="http://schemas.openxmlformats.org/drawingml/2006/main"/>
        </p:blipFill>
        <p:spPr>
          <a:xfrm xmlns:a="http://schemas.openxmlformats.org/drawingml/2006/main">
            <a:off x="2235200" y="723900"/>
            <a:ext cx="7721600" cy="579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19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NDER_TITLE">
            <a:extLst xmlns:a="http://schemas.openxmlformats.org/drawingml/2006/main">
              <a:ext uri="{FF2B5EF4-FFF2-40B4-BE49-F238E27FC236}">
                <a16:creationId xmlns:a16="http://schemas.microsoft.com/office/drawing/2014/main" id="{F24DBB0B-752E-4886-BDFF-DD2324DD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01E"/>
                </a:solidFill>
              </a:defRPr>
            </a:pPr>
            <a:r>
              <a:rPr sz="1800" b="1">
                <a:solidFill>
                  <a:srgbClr val="20201E"/>
                </a:solidFill>
              </a:rPr>
              <a:t>PERSPECTIVĂ DIN STÂNGA</a:t>
            </a:r>
          </a:p>
        </p:txBody>
      </p:sp>
      <p:sp>
        <p:nvSpPr>
          <p:cNvPr id="2" name="ASAB_PAGE">
            <a:extLst xmlns:a="http://schemas.openxmlformats.org/drawingml/2006/main">
              <a:ext uri="{FF2B5EF4-FFF2-40B4-BE49-F238E27FC236}">
                <a16:creationId xmlns:a16="http://schemas.microsoft.com/office/drawing/2014/main" id="{DD087A3D-2E01-4F93-82C7-8C670012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6A65"/>
                </a:solidFill>
              </a:defRPr>
            </a:pPr>
            <a:r>
              <a:rPr sz="825" b="0">
                <a:solidFill>
                  <a:srgbClr val="6D6A65"/>
                </a:solidFill>
              </a:rPr>
              <a:t>06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935a266824df3"/>
          <a:stretch xmlns:a="http://schemas.openxmlformats.org/drawingml/2006/main"/>
        </p:blipFill>
        <p:spPr>
          <a:xfrm xmlns:a="http://schemas.openxmlformats.org/drawingml/2006/main">
            <a:off x="2235200" y="723900"/>
            <a:ext cx="7721600" cy="579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27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NDER_TITLE">
            <a:extLst xmlns:a="http://schemas.openxmlformats.org/drawingml/2006/main">
              <a:ext uri="{FF2B5EF4-FFF2-40B4-BE49-F238E27FC236}">
                <a16:creationId xmlns:a16="http://schemas.microsoft.com/office/drawing/2014/main" id="{0802A3DF-68FF-4E1C-B64E-1C890A32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01E"/>
                </a:solidFill>
              </a:defRPr>
            </a:pPr>
            <a:r>
              <a:rPr sz="1800" b="1">
                <a:solidFill>
                  <a:srgbClr val="20201E"/>
                </a:solidFill>
              </a:rPr>
              <a:t>PERSPECTIVĂ DIN DREAPTA</a:t>
            </a:r>
          </a:p>
        </p:txBody>
      </p:sp>
      <p:sp>
        <p:nvSpPr>
          <p:cNvPr id="2" name="ASAB_PAGE">
            <a:extLst xmlns:a="http://schemas.openxmlformats.org/drawingml/2006/main">
              <a:ext uri="{FF2B5EF4-FFF2-40B4-BE49-F238E27FC236}">
                <a16:creationId xmlns:a16="http://schemas.microsoft.com/office/drawing/2014/main" id="{2AAA29A7-52A6-4585-9F53-E9B2CC91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6A65"/>
                </a:solidFill>
              </a:defRPr>
            </a:pPr>
            <a:r>
              <a:rPr sz="825" b="0">
                <a:solidFill>
                  <a:srgbClr val="6D6A65"/>
                </a:solidFill>
              </a:rPr>
              <a:t>07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6da790a524c2a"/>
          <a:stretch xmlns:a="http://schemas.openxmlformats.org/drawingml/2006/main"/>
        </p:blipFill>
        <p:spPr>
          <a:xfrm xmlns:a="http://schemas.openxmlformats.org/drawingml/2006/main">
            <a:off x="2235200" y="723900"/>
            <a:ext cx="7721600" cy="579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077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2026-08-21T07:27:14.1760000Z</dcterms:created>
  <dcterms:modified xsi:type="dcterms:W3CDTF">2026-08-21T07:27:14.1760000Z</dcterms:modified>
</coreProperties>
</file>